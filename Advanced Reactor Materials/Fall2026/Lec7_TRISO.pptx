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52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2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B0241-1142-C84C-9EE2-42E44ABD8DAA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37FF6-46D6-B849-A6CD-85860317B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8CCA7-042D-4344-9F38-A30A24316FF0}" type="datetime1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80746"/>
            <a:ext cx="10972800" cy="384541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1600"/>
            </a:lvl3pPr>
            <a:lvl4pPr>
              <a:defRPr sz="18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CAF1B-B7C8-8347-AE4A-EC343217B68C}" type="datetime1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9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F136D-307A-4941-889F-E9EB8268902E}" type="datetime1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9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F76C3-E96E-A54F-A122-6303A871D871}" type="datetime1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5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40392-1101-8A42-BEB5-9592F30E3A91}" type="datetime1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72F20-AC2E-6D46-8A6B-0183BC6D49D1}" type="datetime1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2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EA4AC-8DBD-3E4B-B61C-36A721F07D61}" type="datetime1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3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BFB7E-23D3-E748-98B9-B9A8C558BBAC}" type="datetime1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80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E0F4-A999-A54E-B545-67F2F70C10FB}" type="datetime1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6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13E56-4916-404E-AAB2-B4BA03F90FC2}" type="datetime1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2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13883-51E5-FD4C-BFE2-284CCAA85938}" type="datetime1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8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0A6D047-5534-0641-AA46-5C16F49FBEAF}" type="datetime1">
              <a:rPr lang="en-US" smtClean="0"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3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015E-2E6F-6B40-94AC-A2FDB6C7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B8C2-7E9B-9D79-CEE4-6B061904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</a:t>
            </a:r>
            <a:r>
              <a:rPr lang="en-US" sz="3600" dirty="0"/>
              <a:t>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5EE27-E7EB-3B2A-17FE-9F8A19F1D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/>
          <a:p>
            <a:r>
              <a:rPr lang="en-US" sz="2400" dirty="0"/>
              <a:t>TRISO fuel performance</a:t>
            </a:r>
          </a:p>
          <a:p>
            <a:pPr lvl="1"/>
            <a:r>
              <a:rPr lang="en-US" sz="2400" dirty="0"/>
              <a:t>key focus on predicting stress state in different layers</a:t>
            </a:r>
          </a:p>
          <a:p>
            <a:pPr lvl="1"/>
            <a:r>
              <a:rPr lang="en-US" sz="2400" dirty="0"/>
              <a:t>data needs for various material thermodynamics and kinetic properties</a:t>
            </a:r>
          </a:p>
          <a:p>
            <a:r>
              <a:rPr lang="en-US" sz="2400" dirty="0"/>
              <a:t>Fuel failure mechanisms</a:t>
            </a:r>
          </a:p>
          <a:p>
            <a:pPr lvl="1"/>
            <a:r>
              <a:rPr lang="en-US" sz="2400" dirty="0"/>
              <a:t>overpressure, PyC cracking, FP attack, kernel migration, etc.</a:t>
            </a:r>
          </a:p>
          <a:p>
            <a:r>
              <a:rPr lang="en-US" sz="2400" dirty="0"/>
              <a:t>Material performance in He</a:t>
            </a:r>
          </a:p>
          <a:p>
            <a:pPr lvl="1"/>
            <a:r>
              <a:rPr lang="en-US" sz="2400" dirty="0"/>
              <a:t>level of impurities impacts corrosion on graphite and IHX</a:t>
            </a:r>
          </a:p>
          <a:p>
            <a:r>
              <a:rPr lang="en-US" sz="2400" dirty="0"/>
              <a:t>TRISO fabrication</a:t>
            </a:r>
          </a:p>
          <a:p>
            <a:pPr lvl="1"/>
            <a:r>
              <a:rPr lang="en-US" sz="2400" dirty="0"/>
              <a:t>sol-gel of kernels, CVD of outer layers, graphite matrix powder, sintering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011F-6696-090E-76F5-3D9C50EE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1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89186</TotalTime>
  <Words>82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1_NCStateU-horizontal-left-logo</vt:lpstr>
      <vt:lpstr>NE 763: Advanced Reactor Materials</vt:lpstr>
      <vt:lpstr>Last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200</cp:revision>
  <dcterms:created xsi:type="dcterms:W3CDTF">2019-12-09T16:44:02Z</dcterms:created>
  <dcterms:modified xsi:type="dcterms:W3CDTF">2026-08-27T18:58:11Z</dcterms:modified>
</cp:coreProperties>
</file>