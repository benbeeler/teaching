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5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0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1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0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3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7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3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5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0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6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4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6517-7A8C-6D44-8A80-103F9AD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 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4C34D-9F6B-3A44-A4E8-FDD2910214C5}"/>
              </a:ext>
            </a:extLst>
          </p:cNvPr>
          <p:cNvSpPr txBox="1"/>
          <p:nvPr/>
        </p:nvSpPr>
        <p:spPr>
          <a:xfrm>
            <a:off x="667873" y="1968501"/>
            <a:ext cx="72569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Same setup as part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effects of thermal expansion, densification, and FP-induced swelling (only radial dimensional change)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Simulate until gap closure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</a:rPr>
              <a:t>Q = 350 W/cm^3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Only use a T and burnup dependent kth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appropriate assumptions where needed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the displacements and stress state in the fuel as a function of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appropriate analyses: Thermal stresses cracks in fuel? When do we have gap closure? Etc.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3C64425-8DDE-D258-DCC1-DC3D554C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BAE0723-C2EC-57A5-A88B-4B0422D9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774" y="1560786"/>
            <a:ext cx="4158551" cy="35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5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B12A-16A3-771C-F41C-DBC0A515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8955-F140-772A-3299-79D2581D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Part 3 Writeup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7502-5F80-05D6-0320-653A9DFC1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Will upload input and output files to Moodle</a:t>
            </a:r>
          </a:p>
          <a:p>
            <a:r>
              <a:rPr lang="en-US" dirty="0"/>
              <a:t>Write up with deliverables from Part 1, 2, 3, choice of materials, mesh, details therein, etc. </a:t>
            </a:r>
          </a:p>
          <a:p>
            <a:r>
              <a:rPr lang="en-US" dirty="0"/>
              <a:t>Expected to have fixed any issues with Part 1/2 </a:t>
            </a:r>
          </a:p>
          <a:p>
            <a:r>
              <a:rPr lang="en-US" dirty="0"/>
              <a:t>Part 3 writeup max of 12 pages</a:t>
            </a:r>
          </a:p>
          <a:p>
            <a:r>
              <a:rPr lang="en-US" dirty="0"/>
              <a:t>Due April 28 at 11:59pm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C51AF-A167-6717-3A24-771809C6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01381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142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NCStateU-horizontal-left-logo</vt:lpstr>
      <vt:lpstr>MOOSE Project Part 3</vt:lpstr>
      <vt:lpstr>MOOSE Part 3 Writeup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Beeler</dc:creator>
  <cp:lastModifiedBy>Benjamin Beeler</cp:lastModifiedBy>
  <cp:revision>3</cp:revision>
  <dcterms:created xsi:type="dcterms:W3CDTF">2025-03-31T15:35:48Z</dcterms:created>
  <dcterms:modified xsi:type="dcterms:W3CDTF">2026-04-01T13:44:32Z</dcterms:modified>
</cp:coreProperties>
</file>