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547" r:id="rId2"/>
    <p:sldId id="54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04"/>
    <p:restoredTop sz="94694"/>
  </p:normalViewPr>
  <p:slideViewPr>
    <p:cSldViewPr snapToGrid="0">
      <p:cViewPr varScale="1">
        <p:scale>
          <a:sx n="96" d="100"/>
          <a:sy n="96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3965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4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9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7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5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08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7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7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07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7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C604-4386-4943-9B5F-4D17386A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9C496-CDC5-FA47-B04E-529D21FE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Three-part project</a:t>
            </a:r>
          </a:p>
          <a:p>
            <a:r>
              <a:rPr lang="en-US" dirty="0"/>
              <a:t>Will upload input and output files to Moodle</a:t>
            </a:r>
          </a:p>
          <a:p>
            <a:r>
              <a:rPr lang="en-US" dirty="0"/>
              <a:t>Will upload a written Part 1 report, max of 10 pages (including figures)</a:t>
            </a:r>
          </a:p>
          <a:p>
            <a:r>
              <a:rPr lang="en-US" dirty="0"/>
              <a:t>This is an individual project, but some collaboration is encouraged</a:t>
            </a:r>
          </a:p>
          <a:p>
            <a:r>
              <a:rPr lang="en-US" dirty="0"/>
              <a:t>Write up with deliverables from Part 1, choice of materials, mesh, details therein, etc. </a:t>
            </a:r>
          </a:p>
          <a:p>
            <a:r>
              <a:rPr lang="en-US" dirty="0"/>
              <a:t>Part 1 is due March 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029A3-92C6-3F47-920B-435588AB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65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6517-7A8C-6D44-8A80-103F9AD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Project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B4B8-A41F-4142-861A-4CEFCF7B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14A53C-B601-344D-BB6C-C144C19C902A}"/>
              </a:ext>
            </a:extLst>
          </p:cNvPr>
          <p:cNvSpPr/>
          <p:nvPr/>
        </p:nvSpPr>
        <p:spPr>
          <a:xfrm>
            <a:off x="6651811" y="2122956"/>
            <a:ext cx="2877672" cy="407894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263C4-2011-2F4C-9640-AC5B4D2FFF98}"/>
              </a:ext>
            </a:extLst>
          </p:cNvPr>
          <p:cNvSpPr/>
          <p:nvPr/>
        </p:nvSpPr>
        <p:spPr>
          <a:xfrm>
            <a:off x="9529483" y="2122956"/>
            <a:ext cx="797858" cy="407894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977BC-41AE-5748-982F-B0B0A7CF4573}"/>
              </a:ext>
            </a:extLst>
          </p:cNvPr>
          <p:cNvSpPr/>
          <p:nvPr/>
        </p:nvSpPr>
        <p:spPr>
          <a:xfrm>
            <a:off x="10327341" y="2122956"/>
            <a:ext cx="797858" cy="407894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CE7341-0281-C44A-9030-313AEB440CB7}"/>
              </a:ext>
            </a:extLst>
          </p:cNvPr>
          <p:cNvCxnSpPr/>
          <p:nvPr/>
        </p:nvCxnSpPr>
        <p:spPr>
          <a:xfrm>
            <a:off x="6651811" y="2024343"/>
            <a:ext cx="287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1A5C7E-91BA-4440-B271-E3AF08120135}"/>
              </a:ext>
            </a:extLst>
          </p:cNvPr>
          <p:cNvCxnSpPr>
            <a:cxnSpLocks/>
          </p:cNvCxnSpPr>
          <p:nvPr/>
        </p:nvCxnSpPr>
        <p:spPr>
          <a:xfrm>
            <a:off x="9529483" y="2024343"/>
            <a:ext cx="7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AD19DE-FBC8-8A45-B373-70FA74B6224B}"/>
              </a:ext>
            </a:extLst>
          </p:cNvPr>
          <p:cNvCxnSpPr>
            <a:cxnSpLocks/>
          </p:cNvCxnSpPr>
          <p:nvPr/>
        </p:nvCxnSpPr>
        <p:spPr>
          <a:xfrm>
            <a:off x="10327341" y="2024343"/>
            <a:ext cx="7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F40A3F-E5AC-AA42-BFC3-19A6A409A2EB}"/>
              </a:ext>
            </a:extLst>
          </p:cNvPr>
          <p:cNvCxnSpPr>
            <a:cxnSpLocks/>
          </p:cNvCxnSpPr>
          <p:nvPr/>
        </p:nvCxnSpPr>
        <p:spPr>
          <a:xfrm flipV="1">
            <a:off x="6571130" y="2122956"/>
            <a:ext cx="0" cy="407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C4C34D-9F6B-3A44-A4E8-FDD2910214C5}"/>
              </a:ext>
            </a:extLst>
          </p:cNvPr>
          <p:cNvSpPr txBox="1"/>
          <p:nvPr/>
        </p:nvSpPr>
        <p:spPr>
          <a:xfrm>
            <a:off x="667872" y="1968501"/>
            <a:ext cx="52972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Fuel pellet dimensions listed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a 1-D problem, but I want your geometry to be set up in 2-D RZ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reasonable values for material properties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Outer cladding temperature is constant: 600 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temperature profile for: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Steady-state: Q = 350 W/cm^3</a:t>
            </a:r>
            <a:endParaRPr kumimoji="0" 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Compare against analytical solution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both a constant k and a temperature-dependent 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Perform a mesh convergence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transient solver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Explore two mesh options: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explicitly meshing the gap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without meshing the gap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AC033-6409-0C4A-AA93-30785D045B24}"/>
              </a:ext>
            </a:extLst>
          </p:cNvPr>
          <p:cNvSpPr txBox="1"/>
          <p:nvPr/>
        </p:nvSpPr>
        <p:spPr>
          <a:xfrm>
            <a:off x="7270377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0AB814-5772-5A48-AA51-C140D737CD00}"/>
              </a:ext>
            </a:extLst>
          </p:cNvPr>
          <p:cNvSpPr txBox="1"/>
          <p:nvPr/>
        </p:nvSpPr>
        <p:spPr>
          <a:xfrm rot="16200000">
            <a:off x="9108142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0E950-52CE-184A-96FC-2D43E51B266F}"/>
              </a:ext>
            </a:extLst>
          </p:cNvPr>
          <p:cNvSpPr txBox="1"/>
          <p:nvPr/>
        </p:nvSpPr>
        <p:spPr>
          <a:xfrm rot="16200000">
            <a:off x="9906000" y="3845859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Cladding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D7D2B-ACB3-E84C-8015-B6D0EFA467D3}"/>
              </a:ext>
            </a:extLst>
          </p:cNvPr>
          <p:cNvSpPr txBox="1"/>
          <p:nvPr/>
        </p:nvSpPr>
        <p:spPr>
          <a:xfrm>
            <a:off x="7270377" y="1655011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0.5 cm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933A57-5260-6845-8485-AD035242A637}"/>
              </a:ext>
            </a:extLst>
          </p:cNvPr>
          <p:cNvSpPr txBox="1"/>
          <p:nvPr/>
        </p:nvSpPr>
        <p:spPr>
          <a:xfrm>
            <a:off x="9085730" y="1641751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0.005 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BB60B0-6BC9-B948-BD66-42B123FD7F61}"/>
              </a:ext>
            </a:extLst>
          </p:cNvPr>
          <p:cNvSpPr txBox="1"/>
          <p:nvPr/>
        </p:nvSpPr>
        <p:spPr>
          <a:xfrm>
            <a:off x="9941860" y="1640210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 cm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5D5CD-26F8-1C40-B55C-D9B4F132CE15}"/>
              </a:ext>
            </a:extLst>
          </p:cNvPr>
          <p:cNvSpPr txBox="1"/>
          <p:nvPr/>
        </p:nvSpPr>
        <p:spPr>
          <a:xfrm rot="16200000">
            <a:off x="5504329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cm</a:t>
            </a:r>
          </a:p>
        </p:txBody>
      </p:sp>
    </p:spTree>
    <p:extLst>
      <p:ext uri="{BB962C8B-B14F-4D97-AF65-F5344CB8AC3E}">
        <p14:creationId xmlns:p14="http://schemas.microsoft.com/office/powerpoint/2010/main" val="2679805813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166</Words>
  <Application>Microsoft Macintosh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NCStateU-horizontal-left-logo</vt:lpstr>
      <vt:lpstr>MOOSE Project</vt:lpstr>
      <vt:lpstr>MOOSE Project Part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Beeler</dc:creator>
  <cp:lastModifiedBy>Benjamin Beeler</cp:lastModifiedBy>
  <cp:revision>4</cp:revision>
  <dcterms:created xsi:type="dcterms:W3CDTF">2025-01-29T15:56:11Z</dcterms:created>
  <dcterms:modified xsi:type="dcterms:W3CDTF">2026-02-11T14:08:43Z</dcterms:modified>
</cp:coreProperties>
</file>