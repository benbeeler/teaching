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9" r:id="rId2"/>
    <p:sldId id="58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0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3965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90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04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13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85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5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0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2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4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3/24/26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6517-7A8C-6D44-8A80-103F9AD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Project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B4B8-A41F-4142-861A-4CEFCF7B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68B926-310D-134B-9DB8-1679F014C89C}"/>
              </a:ext>
            </a:extLst>
          </p:cNvPr>
          <p:cNvGrpSpPr/>
          <p:nvPr/>
        </p:nvGrpSpPr>
        <p:grpSpPr>
          <a:xfrm>
            <a:off x="9117106" y="900114"/>
            <a:ext cx="2008094" cy="5729286"/>
            <a:chOff x="6651811" y="2122956"/>
            <a:chExt cx="4473388" cy="40789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14A53C-B601-344D-BB6C-C144C19C902A}"/>
                </a:ext>
              </a:extLst>
            </p:cNvPr>
            <p:cNvSpPr/>
            <p:nvPr/>
          </p:nvSpPr>
          <p:spPr>
            <a:xfrm>
              <a:off x="6651811" y="2122956"/>
              <a:ext cx="2877672" cy="4078940"/>
            </a:xfrm>
            <a:prstGeom prst="rect">
              <a:avLst/>
            </a:prstGeom>
            <a:solidFill>
              <a:schemeClr val="accent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4263C4-2011-2F4C-9640-AC5B4D2FFF98}"/>
                </a:ext>
              </a:extLst>
            </p:cNvPr>
            <p:cNvSpPr/>
            <p:nvPr/>
          </p:nvSpPr>
          <p:spPr>
            <a:xfrm>
              <a:off x="9529483" y="2122956"/>
              <a:ext cx="797858" cy="4078940"/>
            </a:xfrm>
            <a:prstGeom prst="rect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1977BC-41AE-5748-982F-B0B0A7CF4573}"/>
                </a:ext>
              </a:extLst>
            </p:cNvPr>
            <p:cNvSpPr/>
            <p:nvPr/>
          </p:nvSpPr>
          <p:spPr>
            <a:xfrm>
              <a:off x="10327341" y="2122956"/>
              <a:ext cx="797858" cy="4078940"/>
            </a:xfrm>
            <a:prstGeom prst="rect">
              <a:avLst/>
            </a:prstGeom>
            <a:solidFill>
              <a:srgbClr val="92D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CE7341-0281-C44A-9030-313AEB440CB7}"/>
              </a:ext>
            </a:extLst>
          </p:cNvPr>
          <p:cNvCxnSpPr>
            <a:cxnSpLocks/>
          </p:cNvCxnSpPr>
          <p:nvPr/>
        </p:nvCxnSpPr>
        <p:spPr>
          <a:xfrm>
            <a:off x="9085730" y="775550"/>
            <a:ext cx="132315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1A5C7E-91BA-4440-B271-E3AF08120135}"/>
              </a:ext>
            </a:extLst>
          </p:cNvPr>
          <p:cNvCxnSpPr>
            <a:cxnSpLocks/>
          </p:cNvCxnSpPr>
          <p:nvPr/>
        </p:nvCxnSpPr>
        <p:spPr>
          <a:xfrm>
            <a:off x="10408887" y="787825"/>
            <a:ext cx="3469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AD19DE-FBC8-8A45-B373-70FA74B6224B}"/>
              </a:ext>
            </a:extLst>
          </p:cNvPr>
          <p:cNvCxnSpPr>
            <a:cxnSpLocks/>
          </p:cNvCxnSpPr>
          <p:nvPr/>
        </p:nvCxnSpPr>
        <p:spPr>
          <a:xfrm>
            <a:off x="10784542" y="787825"/>
            <a:ext cx="35503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F40A3F-E5AC-AA42-BFC3-19A6A409A2EB}"/>
              </a:ext>
            </a:extLst>
          </p:cNvPr>
          <p:cNvCxnSpPr>
            <a:cxnSpLocks/>
          </p:cNvCxnSpPr>
          <p:nvPr/>
        </p:nvCxnSpPr>
        <p:spPr>
          <a:xfrm flipV="1">
            <a:off x="8951500" y="900114"/>
            <a:ext cx="0" cy="57292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C4C34D-9F6B-3A44-A4E8-FDD2910214C5}"/>
              </a:ext>
            </a:extLst>
          </p:cNvPr>
          <p:cNvSpPr txBox="1"/>
          <p:nvPr/>
        </p:nvSpPr>
        <p:spPr>
          <a:xfrm>
            <a:off x="667872" y="1968501"/>
            <a:ext cx="77264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Fuel pin dimensions listed – 2D RZ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Assume reasonable values for thermal conductivities, T dependent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Utilize axial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kumimoji="0" lang="en-US" sz="24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cool</a:t>
            </a:r>
            <a:r>
              <a:rPr kumimoji="0" lang="en-US" sz="24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 500 K, reasonable flow rate, heat capacity, etc.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Utilize axial LHR, with LHR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=350 W/cm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Solve temperature profile for cladding surface, fuel surface, fuel centerline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Find axial location of peak centerline temperature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sure you are instituting an appropriate mesh!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AC033-6409-0C4A-AA93-30785D045B24}"/>
              </a:ext>
            </a:extLst>
          </p:cNvPr>
          <p:cNvSpPr txBox="1"/>
          <p:nvPr/>
        </p:nvSpPr>
        <p:spPr>
          <a:xfrm>
            <a:off x="8947425" y="3793094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0AB814-5772-5A48-AA51-C140D737CD00}"/>
              </a:ext>
            </a:extLst>
          </p:cNvPr>
          <p:cNvSpPr txBox="1"/>
          <p:nvPr/>
        </p:nvSpPr>
        <p:spPr>
          <a:xfrm rot="16200000">
            <a:off x="9721334" y="3852362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0E950-52CE-184A-96FC-2D43E51B266F}"/>
              </a:ext>
            </a:extLst>
          </p:cNvPr>
          <p:cNvSpPr txBox="1"/>
          <p:nvPr/>
        </p:nvSpPr>
        <p:spPr>
          <a:xfrm rot="16200000">
            <a:off x="10134637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Cladding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D7D2B-ACB3-E84C-8015-B6D0EFA467D3}"/>
              </a:ext>
            </a:extLst>
          </p:cNvPr>
          <p:cNvSpPr txBox="1"/>
          <p:nvPr/>
        </p:nvSpPr>
        <p:spPr>
          <a:xfrm>
            <a:off x="8957514" y="451111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0.5 cm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933A57-5260-6845-8485-AD035242A637}"/>
              </a:ext>
            </a:extLst>
          </p:cNvPr>
          <p:cNvSpPr txBox="1"/>
          <p:nvPr/>
        </p:nvSpPr>
        <p:spPr>
          <a:xfrm>
            <a:off x="9906000" y="841494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0.005 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BB60B0-6BC9-B948-BD66-42B123FD7F61}"/>
              </a:ext>
            </a:extLst>
          </p:cNvPr>
          <p:cNvSpPr txBox="1"/>
          <p:nvPr/>
        </p:nvSpPr>
        <p:spPr>
          <a:xfrm>
            <a:off x="10304310" y="42646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 cm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5D5CD-26F8-1C40-B55C-D9B4F132CE15}"/>
              </a:ext>
            </a:extLst>
          </p:cNvPr>
          <p:cNvSpPr txBox="1"/>
          <p:nvPr/>
        </p:nvSpPr>
        <p:spPr>
          <a:xfrm rot="16200000">
            <a:off x="7761900" y="3608428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m</a:t>
            </a:r>
          </a:p>
        </p:txBody>
      </p:sp>
    </p:spTree>
    <p:extLst>
      <p:ext uri="{BB962C8B-B14F-4D97-AF65-F5344CB8AC3E}">
        <p14:creationId xmlns:p14="http://schemas.microsoft.com/office/powerpoint/2010/main" val="200345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B12A-16A3-771C-F41C-DBC0A515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8955-F140-772A-3299-79D2581D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Part 2 Writeup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B7502-5F80-05D6-0320-653A9DFC1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Will upload input and output files to Moodle</a:t>
            </a:r>
          </a:p>
          <a:p>
            <a:r>
              <a:rPr lang="en-US" dirty="0"/>
              <a:t>Write up with deliverables from Part 1 &amp; 2, choice of materials, mesh, details therein, etc. </a:t>
            </a:r>
          </a:p>
          <a:p>
            <a:r>
              <a:rPr lang="en-US" dirty="0"/>
              <a:t>Expected to have fixed any issues with Part 1 </a:t>
            </a:r>
          </a:p>
          <a:p>
            <a:r>
              <a:rPr lang="en-US" dirty="0"/>
              <a:t>If any major changes to Part 1 files, include them in submission</a:t>
            </a:r>
          </a:p>
          <a:p>
            <a:r>
              <a:rPr lang="en-US" dirty="0"/>
              <a:t>Part 2 writeup max of 10 pages</a:t>
            </a:r>
          </a:p>
          <a:p>
            <a:r>
              <a:rPr lang="en-US" dirty="0"/>
              <a:t>Due April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C51AF-A167-6717-3A24-771809C6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201381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154</Words>
  <Application>Microsoft Macintosh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NCStateU-horizontal-left-logo</vt:lpstr>
      <vt:lpstr>MOOSE Project Part 2</vt:lpstr>
      <vt:lpstr>MOOSE Part 2 Writeup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MOOSE Project Part 2</dc:title>
  <dc:creator>Benjamin W. Beeler</dc:creator>
  <cp:lastModifiedBy>Benjamin Beeler</cp:lastModifiedBy>
  <cp:revision>7</cp:revision>
  <dcterms:created xsi:type="dcterms:W3CDTF">2024-03-05T18:10:00Z</dcterms:created>
  <dcterms:modified xsi:type="dcterms:W3CDTF">2026-03-24T13:35:46Z</dcterms:modified>
</cp:coreProperties>
</file>